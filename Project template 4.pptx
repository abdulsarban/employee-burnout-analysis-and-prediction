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5"/>
  </p:notesMasterIdLst>
  <p:sldIdLst>
    <p:sldId id="256" r:id="rId5"/>
    <p:sldId id="2146847054" r:id="rId6"/>
    <p:sldId id="262" r:id="rId7"/>
    <p:sldId id="265" r:id="rId8"/>
    <p:sldId id="266" r:id="rId9"/>
    <p:sldId id="267" r:id="rId10"/>
    <p:sldId id="268" r:id="rId11"/>
    <p:sldId id="2146847055" r:id="rId12"/>
    <p:sldId id="269" r:id="rId13"/>
    <p:sldId id="25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466EFC-1F62-CA2C-07B1-96111B302B1B}" v="154" dt="2023-11-22T13:37:01.483"/>
    <p1510:client id="{47C7BCB7-7546-3717-E035-B2126C89CD1A}" v="2" dt="2023-11-22T12:55:27.3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52" autoAdjust="0"/>
    <p:restoredTop sz="94660"/>
  </p:normalViewPr>
  <p:slideViewPr>
    <p:cSldViewPr snapToGrid="0">
      <p:cViewPr>
        <p:scale>
          <a:sx n="1" d="2"/>
          <a:sy n="1" d="2"/>
        </p:scale>
        <p:origin x="-1853" y="-72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19-12-2024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xmlns="" id="{7FA0ACE7-29A8-47D3-A7D9-257B711D8023}"/>
              </a:ext>
            </a:extLst>
          </p:cNvPr>
          <p:cNvSpPr>
            <a:spLocks noGrp="1"/>
          </p:cNvSpPr>
          <p:nvPr>
            <p:ph type="dt" sz="half" idx="10"/>
          </p:nvPr>
        </p:nvSpPr>
        <p:spPr/>
        <p:txBody>
          <a:bodyPr/>
          <a:lstStyle/>
          <a:p>
            <a:fld id="{ED291B17-9318-49DB-B28B-6E5994AE9581}" type="datetime1">
              <a:rPr lang="en-US" smtClean="0"/>
              <a:t>12/19/2024</a:t>
            </a:fld>
            <a:endParaRPr lang="en-US"/>
          </a:p>
        </p:txBody>
      </p:sp>
      <p:sp>
        <p:nvSpPr>
          <p:cNvPr id="9" name="Footer Placeholder 8">
            <a:extLst>
              <a:ext uri="{FF2B5EF4-FFF2-40B4-BE49-F238E27FC236}">
                <a16:creationId xmlns:a16="http://schemas.microsoft.com/office/drawing/2014/main" xmlns=""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xmlns=""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xmlns="" id="{770E6237-3456-439F-802D-3BA93FC7E3E5}"/>
              </a:ext>
            </a:extLst>
          </p:cNvPr>
          <p:cNvSpPr>
            <a:spLocks noGrp="1"/>
          </p:cNvSpPr>
          <p:nvPr>
            <p:ph type="dt" sz="half" idx="10"/>
          </p:nvPr>
        </p:nvSpPr>
        <p:spPr/>
        <p:txBody>
          <a:bodyPr/>
          <a:lstStyle/>
          <a:p>
            <a:fld id="{78DD82B9-B8EE-4375-B6FF-88FA6ABB15D9}" type="datetime1">
              <a:rPr lang="en-US" smtClean="0"/>
              <a:t>12/19/2024</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xmlns="" id="{61582016-5696-4A93-887F-BBB3B9002FE5}"/>
              </a:ext>
            </a:extLst>
          </p:cNvPr>
          <p:cNvSpPr>
            <a:spLocks noGrp="1"/>
          </p:cNvSpPr>
          <p:nvPr>
            <p:ph type="dt" sz="half" idx="10"/>
          </p:nvPr>
        </p:nvSpPr>
        <p:spPr/>
        <p:txBody>
          <a:bodyPr/>
          <a:lstStyle/>
          <a:p>
            <a:fld id="{B2497495-0637-405E-AE64-5CC7506D51F5}" type="datetime1">
              <a:rPr lang="en-US" smtClean="0"/>
              <a:t>12/19/2024</a:t>
            </a:fld>
            <a:endParaRPr lang="en-US"/>
          </a:p>
        </p:txBody>
      </p:sp>
      <p:sp>
        <p:nvSpPr>
          <p:cNvPr id="9" name="Footer Placeholder 8">
            <a:extLst>
              <a:ext uri="{FF2B5EF4-FFF2-40B4-BE49-F238E27FC236}">
                <a16:creationId xmlns:a16="http://schemas.microsoft.com/office/drawing/2014/main" xmlns=""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xmlns=""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12/19/2024</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12/19/2024</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12/19/2024</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12/19/2024</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xmlns=""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12/19/2024</a:t>
            </a:fld>
            <a:endParaRPr lang="en-US"/>
          </a:p>
        </p:txBody>
      </p:sp>
      <p:sp>
        <p:nvSpPr>
          <p:cNvPr id="10" name="Footer Placeholder 9">
            <a:extLst>
              <a:ext uri="{FF2B5EF4-FFF2-40B4-BE49-F238E27FC236}">
                <a16:creationId xmlns:a16="http://schemas.microsoft.com/office/drawing/2014/main" xmlns=""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xmlns=""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12/19/2024</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12/19/2024</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xmlns=""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xmlns=""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xmlns=""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xmlns="" id="{5C74A470-3BD3-4F33-80E5-67E6E87FCBE7}"/>
              </a:ext>
            </a:extLst>
          </p:cNvPr>
          <p:cNvSpPr>
            <a:spLocks noGrp="1"/>
          </p:cNvSpPr>
          <p:nvPr>
            <p:ph type="dt" sz="half" idx="10"/>
          </p:nvPr>
        </p:nvSpPr>
        <p:spPr/>
        <p:txBody>
          <a:bodyPr/>
          <a:lstStyle/>
          <a:p>
            <a:fld id="{ED291B17-9318-49DB-B28B-6E5994AE9581}" type="datetime1">
              <a:rPr lang="en-US" smtClean="0"/>
              <a:t>12/19/2024</a:t>
            </a:fld>
            <a:endParaRPr lang="en-US"/>
          </a:p>
        </p:txBody>
      </p:sp>
      <p:sp>
        <p:nvSpPr>
          <p:cNvPr id="12" name="Footer Placeholder 11">
            <a:extLst>
              <a:ext uri="{FF2B5EF4-FFF2-40B4-BE49-F238E27FC236}">
                <a16:creationId xmlns:a16="http://schemas.microsoft.com/office/drawing/2014/main" xmlns=""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xmlns=""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12/19/2024</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xmlns=""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A11E26-4C38-41A6-9857-11032CEECD80}"/>
              </a:ext>
            </a:extLst>
          </p:cNvPr>
          <p:cNvSpPr>
            <a:spLocks noGrp="1"/>
          </p:cNvSpPr>
          <p:nvPr>
            <p:ph type="ctrTitle"/>
          </p:nvPr>
        </p:nvSpPr>
        <p:spPr>
          <a:xfrm>
            <a:off x="1359108" y="1821635"/>
            <a:ext cx="9144000" cy="977778"/>
          </a:xfrm>
        </p:spPr>
        <p:txBody>
          <a:bodyPr/>
          <a:lstStyle/>
          <a:p>
            <a:pPr algn="ctr"/>
            <a:r>
              <a:rPr lang="en-US" b="1">
                <a:solidFill>
                  <a:schemeClr val="accent1"/>
                </a:solidFill>
                <a:latin typeface="Arial" panose="020B0604020202020204" pitchFamily="34" charset="0"/>
                <a:cs typeface="Arial" panose="020B0604020202020204" pitchFamily="34" charset="0"/>
              </a:rPr>
              <a:t>PROJECT TITLE</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3117529" y="4586365"/>
            <a:ext cx="7980183" cy="707886"/>
          </a:xfrm>
          <a:prstGeom prst="rect">
            <a:avLst/>
          </a:prstGeom>
          <a:noFill/>
        </p:spPr>
        <p:txBody>
          <a:bodyPr wrap="square" lIns="91440" tIns="45720" rIns="91440" bIns="45720" rtlCol="0" anchor="t">
            <a:spAutoFit/>
          </a:bodyPr>
          <a:lstStyle/>
          <a:p>
            <a:r>
              <a:rPr lang="en-US" sz="2000" b="1">
                <a:solidFill>
                  <a:schemeClr val="accent1">
                    <a:lumMod val="75000"/>
                  </a:schemeClr>
                </a:solidFill>
                <a:latin typeface="Arial" pitchFamily="34" charset="0"/>
                <a:cs typeface="Arial" pitchFamily="34" charset="0"/>
              </a:rPr>
              <a:t>Presented By:</a:t>
            </a:r>
          </a:p>
          <a:p>
            <a:r>
              <a:rPr lang="en-US" sz="2000" b="1">
                <a:solidFill>
                  <a:schemeClr val="accent1">
                    <a:lumMod val="75000"/>
                  </a:schemeClr>
                </a:solidFill>
                <a:latin typeface="Arial"/>
                <a:cs typeface="Arial"/>
              </a:rPr>
              <a:t>1. Student Name-College Name-Department</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xmlns=""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r>
              <a:rPr lang="en-US" sz="2000" b="1" dirty="0">
                <a:latin typeface="Arial"/>
                <a:ea typeface="+mn-lt"/>
                <a:cs typeface="Arial"/>
              </a:rPr>
              <a:t>Problem Statement </a:t>
            </a:r>
            <a:r>
              <a:rPr lang="en-US" sz="2000" dirty="0">
                <a:latin typeface="Arial"/>
                <a:ea typeface="+mn-lt"/>
                <a:cs typeface="Arial"/>
              </a:rPr>
              <a:t>(Should not include solution)</a:t>
            </a:r>
            <a:endParaRPr lang="en-US" dirty="0">
              <a:latin typeface="Arial"/>
              <a:cs typeface="Arial"/>
            </a:endParaRPr>
          </a:p>
          <a:p>
            <a:r>
              <a:rPr lang="en-US" sz="2000" b="1" dirty="0" smtClean="0">
                <a:latin typeface="Arial"/>
                <a:ea typeface="+mn-lt"/>
                <a:cs typeface="Calibri"/>
              </a:rPr>
              <a:t>System </a:t>
            </a:r>
            <a:r>
              <a:rPr lang="en-US" sz="2000" b="1" dirty="0">
                <a:latin typeface="Arial"/>
                <a:ea typeface="+mn-lt"/>
                <a:cs typeface="+mn-lt"/>
              </a:rPr>
              <a:t>Development Approach </a:t>
            </a:r>
            <a:r>
              <a:rPr lang="en-US" sz="2000" dirty="0">
                <a:latin typeface="Arial"/>
                <a:ea typeface="+mn-lt"/>
                <a:cs typeface="+mn-lt"/>
              </a:rPr>
              <a:t>(Technology Used) </a:t>
            </a:r>
            <a:endParaRPr lang="en-US" dirty="0">
              <a:latin typeface="Arial"/>
              <a:ea typeface="+mn-lt"/>
              <a:cs typeface="+mn-lt"/>
            </a:endParaRPr>
          </a:p>
          <a:p>
            <a:r>
              <a:rPr lang="en-US" sz="2000" b="1" dirty="0">
                <a:latin typeface="Arial"/>
                <a:ea typeface="+mn-lt"/>
                <a:cs typeface="+mn-lt"/>
              </a:rPr>
              <a:t>Algorithm &amp; Deployment  </a:t>
            </a:r>
            <a:endParaRPr lang="en-US" dirty="0">
              <a:latin typeface="Arial"/>
              <a:cs typeface="Calibri"/>
            </a:endParaRPr>
          </a:p>
          <a:p>
            <a:r>
              <a:rPr lang="en-US" sz="2000" b="1" dirty="0">
                <a:latin typeface="Arial"/>
                <a:ea typeface="+mn-lt"/>
                <a:cs typeface="Arial"/>
              </a:rPr>
              <a:t>Result</a:t>
            </a:r>
          </a:p>
          <a:p>
            <a:r>
              <a:rPr lang="en-US" sz="2000" b="1" dirty="0">
                <a:latin typeface="Arial"/>
                <a:ea typeface="+mn-lt"/>
                <a:cs typeface="Arial"/>
              </a:rPr>
              <a:t>Conclusion</a:t>
            </a:r>
            <a:endParaRPr lang="en-US" dirty="0">
              <a:latin typeface="Arial"/>
              <a:cs typeface="Arial"/>
            </a:endParaRPr>
          </a:p>
          <a:p>
            <a:r>
              <a:rPr lang="en-US" sz="2000" b="1" dirty="0">
                <a:latin typeface="Arial"/>
                <a:ea typeface="+mn-lt"/>
                <a:cs typeface="Arial"/>
              </a:rPr>
              <a:t>Future Scope</a:t>
            </a:r>
          </a:p>
          <a:p>
            <a:r>
              <a:rPr lang="en-US" sz="2000" b="1" dirty="0">
                <a:latin typeface="Arial"/>
                <a:ea typeface="+mn-lt"/>
                <a:cs typeface="Arial"/>
              </a:rPr>
              <a:t>References</a:t>
            </a:r>
            <a:endParaRPr lang="en-US" dirty="0">
              <a:latin typeface="Arial"/>
              <a:cs typeface="Arial"/>
            </a:endParaRPr>
          </a:p>
          <a:p>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a:extLst>
              <a:ext uri="{FF2B5EF4-FFF2-40B4-BE49-F238E27FC236}">
                <a16:creationId xmlns:a16="http://schemas.microsoft.com/office/drawing/2014/main" xmlns="" id="{8FEE4A9C-3F57-7DA7-91FD-715C3FB47F93}"/>
              </a:ext>
            </a:extLst>
          </p:cNvPr>
          <p:cNvSpPr>
            <a:spLocks noGrp="1"/>
          </p:cNvSpPr>
          <p:nvPr>
            <p:ph idx="1"/>
          </p:nvPr>
        </p:nvSpPr>
        <p:spPr>
          <a:xfrm>
            <a:off x="452403" y="1237632"/>
            <a:ext cx="11029615" cy="4673324"/>
          </a:xfrm>
        </p:spPr>
        <p:txBody>
          <a:bodyPr>
            <a:normAutofit/>
          </a:bodyPr>
          <a:lstStyle/>
          <a:p>
            <a:pPr marL="305435" indent="-305435"/>
            <a:r>
              <a:rPr lang="en-US" sz="2800" b="1" dirty="0" smtClean="0"/>
              <a:t>Mention what your project is all about min 5 line</a:t>
            </a:r>
            <a:endParaRPr lang="en-IN" sz="2800" b="1" dirty="0"/>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a:ea typeface="+mj-lt"/>
                <a:cs typeface="Arial"/>
              </a:rPr>
              <a:t>System  Approach</a:t>
            </a:r>
            <a:endParaRPr lang="en-US" sz="440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xmlns="" id="{C4FFAF3C-BA60-9181-132C-C36C403AAEA7}"/>
              </a:ext>
            </a:extLst>
          </p:cNvPr>
          <p:cNvSpPr>
            <a:spLocks noGrp="1"/>
          </p:cNvSpPr>
          <p:nvPr>
            <p:ph idx="1"/>
          </p:nvPr>
        </p:nvSpPr>
        <p:spPr/>
        <p:txBody>
          <a:bodyPr>
            <a:normAutofit/>
          </a:bodyPr>
          <a:lstStyle/>
          <a:p>
            <a:pPr marL="0" indent="0">
              <a:buNone/>
            </a:pPr>
            <a:r>
              <a:rPr lang="en-IN" sz="2800" b="1" dirty="0">
                <a:solidFill>
                  <a:srgbClr val="0F0F0F"/>
                </a:solidFill>
                <a:ea typeface="+mn-lt"/>
                <a:cs typeface="+mn-lt"/>
              </a:rPr>
              <a:t>The "System Approach" section outlines the overall strategy and methodology for developing and </a:t>
            </a:r>
            <a:r>
              <a:rPr lang="en-IN" sz="2800" b="1" dirty="0" smtClean="0">
                <a:solidFill>
                  <a:srgbClr val="0F0F0F"/>
                </a:solidFill>
                <a:ea typeface="+mn-lt"/>
                <a:cs typeface="+mn-lt"/>
              </a:rPr>
              <a:t>implementing Employee burn out Analysis </a:t>
            </a:r>
            <a:r>
              <a:rPr lang="en-IN" sz="2800" b="1" dirty="0">
                <a:solidFill>
                  <a:srgbClr val="0F0F0F"/>
                </a:solidFill>
                <a:ea typeface="+mn-lt"/>
                <a:cs typeface="+mn-lt"/>
              </a:rPr>
              <a:t>Here's a suggested structure for this section:</a:t>
            </a:r>
            <a:endParaRPr lang="en-US" sz="2800" dirty="0"/>
          </a:p>
          <a:p>
            <a:pPr marL="305435" indent="-305435"/>
            <a:r>
              <a:rPr lang="en-IN" sz="2800" b="1" dirty="0">
                <a:solidFill>
                  <a:srgbClr val="0F0F0F"/>
                </a:solidFill>
              </a:rPr>
              <a:t>System requirements</a:t>
            </a:r>
          </a:p>
          <a:p>
            <a:pPr marL="305435" indent="-305435"/>
            <a:r>
              <a:rPr lang="en-IN" sz="2800" b="1" dirty="0">
                <a:solidFill>
                  <a:srgbClr val="0F0F0F"/>
                </a:solidFill>
              </a:rPr>
              <a:t>Library required to build the model</a:t>
            </a:r>
          </a:p>
        </p:txBody>
      </p:sp>
    </p:spTree>
    <p:extLst>
      <p:ext uri="{BB962C8B-B14F-4D97-AF65-F5344CB8AC3E}">
        <p14:creationId xmlns:p14="http://schemas.microsoft.com/office/powerpoint/2010/main" val="32020245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sp>
        <p:nvSpPr>
          <p:cNvPr id="2" name="Content Placeholder 1">
            <a:extLst>
              <a:ext uri="{FF2B5EF4-FFF2-40B4-BE49-F238E27FC236}">
                <a16:creationId xmlns:a16="http://schemas.microsoft.com/office/drawing/2014/main" xmlns="" id="{F7F0871F-2198-9E37-C96F-3611AA199B60}"/>
              </a:ext>
            </a:extLst>
          </p:cNvPr>
          <p:cNvSpPr>
            <a:spLocks noGrp="1"/>
          </p:cNvSpPr>
          <p:nvPr>
            <p:ph idx="1"/>
          </p:nvPr>
        </p:nvSpPr>
        <p:spPr/>
        <p:txBody>
          <a:bodyPr>
            <a:normAutofit/>
          </a:bodyPr>
          <a:lstStyle/>
          <a:p>
            <a:pPr marL="305435" indent="-305435"/>
            <a:r>
              <a:rPr lang="en-US" sz="2800" b="1" dirty="0" smtClean="0"/>
              <a:t>Describe step by step procedure to complete your project </a:t>
            </a:r>
          </a:p>
        </p:txBody>
      </p:sp>
    </p:spTree>
    <p:extLst>
      <p:ext uri="{BB962C8B-B14F-4D97-AF65-F5344CB8AC3E}">
        <p14:creationId xmlns:p14="http://schemas.microsoft.com/office/powerpoint/2010/main" val="4154508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sp>
        <p:nvSpPr>
          <p:cNvPr id="2" name="Content Placeholder 1">
            <a:extLst>
              <a:ext uri="{FF2B5EF4-FFF2-40B4-BE49-F238E27FC236}">
                <a16:creationId xmlns:a16="http://schemas.microsoft.com/office/drawing/2014/main" xmlns="" id="{D3304455-6802-6CA9-8475-2F6DD1B8D409}"/>
              </a:ext>
            </a:extLst>
          </p:cNvPr>
          <p:cNvSpPr>
            <a:spLocks noGrp="1"/>
          </p:cNvSpPr>
          <p:nvPr>
            <p:ph idx="1"/>
          </p:nvPr>
        </p:nvSpPr>
        <p:spPr/>
        <p:txBody>
          <a:bodyPr>
            <a:normAutofit/>
          </a:bodyPr>
          <a:lstStyle/>
          <a:p>
            <a:r>
              <a:rPr lang="en-US" sz="2800" b="1" dirty="0" smtClean="0"/>
              <a:t>Attach screen snaps of the code and output min </a:t>
            </a:r>
            <a:r>
              <a:rPr lang="en-US" sz="2800" b="1" dirty="0" smtClean="0"/>
              <a:t>5</a:t>
            </a:r>
          </a:p>
          <a:p>
            <a:r>
              <a:rPr lang="en-US" sz="2800" b="1" dirty="0" smtClean="0"/>
              <a:t>Attach your </a:t>
            </a:r>
            <a:r>
              <a:rPr lang="en-US" sz="2800" b="1" dirty="0" err="1" smtClean="0"/>
              <a:t>Github</a:t>
            </a:r>
            <a:r>
              <a:rPr lang="en-US" sz="2800" b="1" smtClean="0"/>
              <a:t> link</a:t>
            </a:r>
            <a:endParaRPr lang="en-IN" sz="2800" b="1" dirty="0"/>
          </a:p>
        </p:txBody>
      </p:sp>
    </p:spTree>
    <p:extLst>
      <p:ext uri="{BB962C8B-B14F-4D97-AF65-F5344CB8AC3E}">
        <p14:creationId xmlns:p14="http://schemas.microsoft.com/office/powerpoint/2010/main" val="1483293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xmlns="" id="{005E46AB-32C4-4B57-A2B1-50738A64BE1B}"/>
              </a:ext>
            </a:extLst>
          </p:cNvPr>
          <p:cNvSpPr>
            <a:spLocks noGrp="1"/>
          </p:cNvSpPr>
          <p:nvPr>
            <p:ph idx="1"/>
          </p:nvPr>
        </p:nvSpPr>
        <p:spPr/>
        <p:txBody>
          <a:bodyPr>
            <a:normAutofit/>
          </a:bodyPr>
          <a:lstStyle/>
          <a:p>
            <a:pPr marL="305435" indent="-305435"/>
            <a:r>
              <a:rPr lang="en-IN" sz="2800" dirty="0">
                <a:solidFill>
                  <a:srgbClr val="0F0F0F"/>
                </a:solidFill>
                <a:ea typeface="+mn-lt"/>
                <a:cs typeface="+mn-lt"/>
              </a:rPr>
              <a:t>Summarize the findings and discuss the effectiveness of the proposed solution. Highlight any challenges encountered during the implementation and potential improvements. Emphasize the importance of accurate bike count predictions for ensuring a stable supply of rental bikes in urban areas.</a:t>
            </a:r>
            <a:endParaRPr lang="en-IN" sz="2800" dirty="0"/>
          </a:p>
        </p:txBody>
      </p:sp>
    </p:spTree>
    <p:extLst>
      <p:ext uri="{BB962C8B-B14F-4D97-AF65-F5344CB8AC3E}">
        <p14:creationId xmlns:p14="http://schemas.microsoft.com/office/powerpoint/2010/main" val="31833151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6638FD1-D00E-E75B-705C-564F06D93D7B}"/>
              </a:ext>
            </a:extLst>
          </p:cNvPr>
          <p:cNvSpPr>
            <a:spLocks noGrp="1"/>
          </p:cNvSpPr>
          <p:nvPr>
            <p:ph idx="1"/>
          </p:nvPr>
        </p:nvSpPr>
        <p:spPr/>
        <p:txBody>
          <a:bodyPr/>
          <a:lstStyle/>
          <a:p>
            <a:pPr marL="0" indent="0">
              <a:buNone/>
            </a:pPr>
            <a:endParaRPr lang="en-US" sz="2000" b="1" dirty="0"/>
          </a:p>
          <a:p>
            <a:pPr marL="305435" indent="-305435"/>
            <a:r>
              <a:rPr lang="en-US" sz="2800" b="1" dirty="0">
                <a:ea typeface="+mn-lt"/>
                <a:cs typeface="+mn-lt"/>
              </a:rPr>
              <a:t>Discuss potential enhancements and expansions for the system. </a:t>
            </a:r>
            <a:endParaRPr lang="en-US" sz="2800" b="1" dirty="0"/>
          </a:p>
        </p:txBody>
      </p:sp>
      <p:sp>
        <p:nvSpPr>
          <p:cNvPr id="5" name="Title 4">
            <a:extLst>
              <a:ext uri="{FF2B5EF4-FFF2-40B4-BE49-F238E27FC236}">
                <a16:creationId xmlns:a16="http://schemas.microsoft.com/office/drawing/2014/main" xmlns=""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a:t>
            </a:r>
            <a:r>
              <a:rPr lang="en-US" sz="4400" b="1" dirty="0" smtClean="0">
                <a:solidFill>
                  <a:schemeClr val="accent1"/>
                </a:solidFill>
                <a:latin typeface="Arial"/>
                <a:cs typeface="Arial"/>
              </a:rPr>
              <a:t>scope(Optional)</a:t>
            </a:r>
            <a:endParaRPr lang="en-US" sz="4400" b="1" dirty="0">
              <a:solidFill>
                <a:schemeClr val="accent1"/>
              </a:solidFill>
              <a:latin typeface="Arial"/>
              <a:cs typeface="Arial"/>
            </a:endParaRPr>
          </a:p>
        </p:txBody>
      </p:sp>
    </p:spTree>
    <p:extLst>
      <p:ext uri="{BB962C8B-B14F-4D97-AF65-F5344CB8AC3E}">
        <p14:creationId xmlns:p14="http://schemas.microsoft.com/office/powerpoint/2010/main" val="6148826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2" name="Content Placeholder 1">
            <a:extLst>
              <a:ext uri="{FF2B5EF4-FFF2-40B4-BE49-F238E27FC236}">
                <a16:creationId xmlns:a16="http://schemas.microsoft.com/office/drawing/2014/main" xmlns="" id="{357C38BC-22B3-37B2-E0C3-812020A76077}"/>
              </a:ext>
            </a:extLst>
          </p:cNvPr>
          <p:cNvSpPr>
            <a:spLocks noGrp="1"/>
          </p:cNvSpPr>
          <p:nvPr>
            <p:ph idx="1"/>
          </p:nvPr>
        </p:nvSpPr>
        <p:spPr/>
        <p:txBody>
          <a:bodyPr>
            <a:normAutofit/>
          </a:bodyPr>
          <a:lstStyle/>
          <a:p>
            <a:pPr marL="305435" indent="-305435"/>
            <a:r>
              <a:rPr lang="en-IN" sz="2800" b="1" dirty="0">
                <a:solidFill>
                  <a:srgbClr val="0F0F0F"/>
                </a:solidFill>
                <a:ea typeface="+mn-lt"/>
                <a:cs typeface="+mn-lt"/>
              </a:rPr>
              <a:t>List and cite relevant sources, research papers, and articles that were instrumental in developing the proposed solution</a:t>
            </a:r>
            <a:r>
              <a:rPr lang="en-IN" sz="2400" dirty="0">
                <a:solidFill>
                  <a:srgbClr val="0F0F0F"/>
                </a:solidFill>
                <a:ea typeface="+mn-lt"/>
                <a:cs typeface="+mn-lt"/>
              </a:rPr>
              <a:t>. </a:t>
            </a:r>
            <a:endParaRPr lang="en-IN" sz="2400" dirty="0"/>
          </a:p>
        </p:txBody>
      </p:sp>
    </p:spTree>
    <p:extLst>
      <p:ext uri="{BB962C8B-B14F-4D97-AF65-F5344CB8AC3E}">
        <p14:creationId xmlns:p14="http://schemas.microsoft.com/office/powerpoint/2010/main" val="7289502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D289AE2-D2AE-49D1-AFAC-3A79F6794255}">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c0fa2617-96bd-425d-8578-e93563fe37c5"/>
    <ds:schemaRef ds:uri="9162bd5b-4ed9-4da3-b376-05204580ba3f"/>
    <ds:schemaRef ds:uri="http://www.w3.org/XML/1998/namespace"/>
    <ds:schemaRef ds:uri="http://purl.org/dc/dcmitype/"/>
  </ds:schemaRefs>
</ds:datastoreItem>
</file>

<file path=customXml/itemProps3.xml><?xml version="1.0" encoding="utf-8"?>
<ds:datastoreItem xmlns:ds="http://schemas.openxmlformats.org/officeDocument/2006/customXml" ds:itemID="{927BD4C1-B6B1-4715-ABF9-E660A51A4E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Future forward</Template>
  <TotalTime>12</TotalTime>
  <Words>168</Words>
  <Application>Microsoft Office PowerPoint</Application>
  <PresentationFormat>Custom</PresentationFormat>
  <Paragraphs>32</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DividendVTI</vt:lpstr>
      <vt:lpstr>PROJECT TITLE</vt:lpstr>
      <vt:lpstr>OUTLINE</vt:lpstr>
      <vt:lpstr>Problem Statement</vt:lpstr>
      <vt:lpstr>System  Approach</vt:lpstr>
      <vt:lpstr>Algorithm &amp; Deployment</vt:lpstr>
      <vt:lpstr>Result</vt:lpstr>
      <vt:lpstr>Conclusion</vt:lpstr>
      <vt:lpstr>PowerPoint Presentation</vt:lpstr>
      <vt:lpstr>References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user</cp:lastModifiedBy>
  <cp:revision>23</cp:revision>
  <dcterms:created xsi:type="dcterms:W3CDTF">2021-05-26T16:50:10Z</dcterms:created>
  <dcterms:modified xsi:type="dcterms:W3CDTF">2024-12-19T11:35:06Z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